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[Project Name] — Talent Readiness &amp; Skills Intelligence Platform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Southwest MN Hacks 2026 | Schwan's Challenge (Prompt 01)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Schwan's: ~16 production sites + 3 corporate offices across the U.S.</a:t>
            </a:r>
          </a:p>
          <a:p>
            <a:r>
              <a:t>Four distinct workforce segments — no single skills framework fits all</a:t>
            </a:r>
          </a:p>
          <a:p>
            <a:r>
              <a:t>Critical knowledge concentrated in a few individuals (e.g. Marshall R&amp;D)</a:t>
            </a:r>
          </a:p>
          <a:p>
            <a:r>
              <a:t>New Sioux Falls, SD plant creates an urgent staffing/training gap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It Matters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Rapid change in technology, automation, AI, and workforce expectations</a:t>
            </a:r>
          </a:p>
          <a:p>
            <a:r>
              <a:t>Leaders lack visibility into current skills, future needs, and succession risk</a:t>
            </a:r>
          </a:p>
          <a:p>
            <a:r>
              <a:t>Schwan's own values: Talent, Onlyone, Shared Growth — this platform operationalizes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[TBD — one clear sentence describing the platform]</a:t>
            </a:r>
          </a:p>
          <a:p>
            <a:r>
              <a:t>[TBD — core mechanism]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[Feature 1]</a:t>
            </a:r>
          </a:p>
          <a:p>
            <a:r>
              <a:t>[Feature 2]</a:t>
            </a:r>
          </a:p>
          <a:p>
            <a:r>
              <a:t>[Feature 3]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[Architecture / data flow — add diagram]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[Screenshots or live walkthrough]</a:t>
            </a:r>
          </a:p>
          <a:p>
            <a:r>
              <a:t>Seeded with Schwan's real plant list + 4 career areas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[Frontend]</a:t>
            </a:r>
          </a:p>
          <a:p>
            <a:r>
              <a:t>[Backend]</a:t>
            </a:r>
          </a:p>
          <a:p>
            <a:r>
              <a:t>[AI/ML components]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for Schwan's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Single view across 16 plants + 3 offices</a:t>
            </a:r>
          </a:p>
          <a:p>
            <a:r>
              <a:t>Identifies succession risk before it becomes a crisis</a:t>
            </a:r>
          </a:p>
          <a:p>
            <a:r>
              <a:t>Accelerates readiness for the Sioux Falls expansion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[Name — Role]</a:t>
            </a:r>
          </a:p>
          <a:p>
            <a:r>
              <a:t>[Name — Role]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