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8E2B3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518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Pizza line configuration</c:v>
                  </c:pt>
                  <c:pt idx="1">
                    <c:v>R&amp;D / food science</c:v>
                  </c:pt>
                  <c:pt idx="2">
                    <c:v>Legal / compliance</c:v>
                  </c:pt>
                  <c:pt idx="3">
                    <c:v>Refrigeration &amp; ammonia</c:v>
                  </c:pt>
                  <c:pt idx="4">
                    <c:v>Menu / culinary consulting</c:v>
                  </c:pt>
                  <c:pt idx="5">
                    <c:v>PLC / automation</c:v>
                  </c:pt>
                  <c:pt idx="6">
                    <c:v>Lean / Six Sigma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18</c:v>
                </c:pt>
                <c:pt idx="2">
                  <c:v>20</c:v>
                </c:pt>
                <c:pt idx="3">
                  <c:v>22</c:v>
                </c:pt>
                <c:pt idx="4">
                  <c:v>29</c:v>
                </c:pt>
                <c:pt idx="5">
                  <c:v>34</c:v>
                </c:pt>
                <c:pt idx="6">
                  <c:v>38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518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5181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C4574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8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PLC / automation</c:v>
                  </c:pt>
                  <c:pt idx="1">
                    <c:v>Data analytics</c:v>
                  </c:pt>
                  <c:pt idx="2">
                    <c:v>Refrigeration</c:v>
                  </c:pt>
                  <c:pt idx="3">
                    <c:v>Legal / compliance</c:v>
                  </c:pt>
                  <c:pt idx="4">
                    <c:v>Culinary consulting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</c:v>
                </c:pt>
                <c:pt idx="1">
                  <c:v>41</c:v>
                </c:pt>
                <c:pt idx="2">
                  <c:v>22</c:v>
                </c:pt>
                <c:pt idx="3">
                  <c:v>20</c:v>
                </c:pt>
                <c:pt idx="4">
                  <c:v>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Needed by 2027</c:v>
                </c:pt>
              </c:strCache>
            </c:strRef>
          </c:tx>
          <c:spPr>
            <a:solidFill>
              <a:srgbClr val="8E2B3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81D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PLC / automation</c:v>
                  </c:pt>
                  <c:pt idx="1">
                    <c:v>Data analytics</c:v>
                  </c:pt>
                  <c:pt idx="2">
                    <c:v>Refrigeration</c:v>
                  </c:pt>
                  <c:pt idx="3">
                    <c:v>Legal / compliance</c:v>
                  </c:pt>
                  <c:pt idx="4">
                    <c:v>Culinary consulting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65</c:v>
                </c:pt>
                <c:pt idx="1">
                  <c:v>70</c:v>
                </c:pt>
                <c:pt idx="2">
                  <c:v>50</c:v>
                </c:pt>
                <c:pt idx="3">
                  <c:v>55</c:v>
                </c:pt>
                <c:pt idx="4">
                  <c:v>55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5181D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5181D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b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SkillSight. A tool that shows what skills Schwan's has, where they are missing, and where one person leaving stops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Schwan's has 16 plants, 3 offices and 4 job groups. What it does not have is one place that shows what its people can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question per page. No dashboard wall.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skills sit under 40 percent coverage. Pizza line configuration is the worst at 12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skills, held by three people or fewer. One of them by a single person.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dashboards show numbers and stop. This one ranks them. That is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Sioux Falls needs automation techs before it opens. We are at 34 percent and need 65.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Plain HTML, CSS and JavaScript. Open index.html and it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you.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14884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8E2B3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344168" y="2057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SkillSight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306324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what skills Schwan's employees have, where skills are missing,</a:t>
            </a:r>
            <a:endParaRPr lang="en-US" sz="1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where a critical skill is known by too few people.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5760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MN Hacks 2026  ·  Schwan's Prompt 01  ·  Ajay Angdembe, solo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data sits in different places, so nobody can answer a simple question.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82880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the person who knows the ammonia system leaves,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i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else can do it?”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15468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that answer takes phone calls to three plants. It should take one click.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160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5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4160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offices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4160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2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groups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41605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2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50292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view of skills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does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questions from the challenge. One page each.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37944"/>
            <a:ext cx="384048" cy="384048"/>
          </a:xfrm>
          <a:prstGeom prst="ellipse">
            <a:avLst/>
          </a:prstGeom>
          <a:solidFill>
            <a:srgbClr val="8E2B3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837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251960" y="180136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ranked list of what to fix first, plus the biggest gaps today.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85800" y="2734056"/>
            <a:ext cx="384048" cy="384048"/>
          </a:xfrm>
          <a:prstGeom prst="ellipse">
            <a:avLst/>
          </a:prstGeom>
          <a:solidFill>
            <a:srgbClr val="8E2B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791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251960" y="26974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skill in the workforce and how well each one is covered.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85800" y="3630168"/>
            <a:ext cx="384048" cy="384048"/>
          </a:xfrm>
          <a:prstGeom prst="ellipse">
            <a:avLst/>
          </a:prstGeom>
          <a:solidFill>
            <a:srgbClr val="8E2B3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580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5753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risk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3593592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held by three people or fewer, where they are, and what it costs if they leave.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85800" y="4526280"/>
            <a:ext cx="384048" cy="384048"/>
          </a:xfrm>
          <a:prstGeom prst="ellipse">
            <a:avLst/>
          </a:prstGeom>
          <a:solidFill>
            <a:srgbClr val="8E2B3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47141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skills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4251960" y="4489704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next two years need, and how far short we are now.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685800" y="5422392"/>
            <a:ext cx="384048" cy="384048"/>
          </a:xfrm>
          <a:prstGeom prst="ellipse">
            <a:avLst/>
          </a:prstGeom>
          <a:solidFill>
            <a:srgbClr val="8E2B3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85800" y="5422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367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and offices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251960" y="538581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site the data covers.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gaps are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is the share of people in a job group who have the skill. Under 40 percent means most of the group cannot do the work.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1783080"/>
          <a:ext cx="1078992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 only a few people know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skills are held by three people or fewer. If they leave, the work stops until somebody else learns it.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51206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R&amp;D, frozen dough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23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Marshall, MN R&amp;D center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2494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person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172200" y="1920240"/>
            <a:ext cx="51206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20482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labeling rules</a:t>
            </a:r>
            <a:endParaRPr lang="en-US" sz="155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423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Hopkins, MN corporate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829800" y="224942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people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85800" y="3246120"/>
            <a:ext cx="51206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3741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refrigeration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49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Marshall, MN ice cream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35753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people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200" y="3246120"/>
            <a:ext cx="51206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3741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Pizza line setup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749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Salina, KS pizza plant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829800" y="357530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people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85800" y="4572000"/>
            <a:ext cx="51206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70001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automation</a:t>
            </a:r>
            <a:endParaRPr lang="en-US" sz="15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Salina, KS pizza plant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343400" y="490118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people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172200" y="4572000"/>
            <a:ext cx="512064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0" y="470001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Culinary consulting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Field, national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4901184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people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part that matters: an order of work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at-risk skill is scored on three things, then ranked. A manager gets a list, not a puzzle.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4F5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848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it hurts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if the knowledge is lost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2024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4F5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0" y="20848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few hold it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 or a handful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01000" y="1920240"/>
            <a:ext cx="3291840" cy="1143000"/>
          </a:xfrm>
          <a:prstGeom prst="roundRect">
            <a:avLst>
              <a:gd name="adj" fmla="val 4800"/>
            </a:avLst>
          </a:prstGeom>
          <a:solidFill>
            <a:srgbClr val="F4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20848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big the gap is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from where it needs to be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7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5204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R&amp;D, frozen dough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35204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person holds it. Pair the expert with two mentees.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7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0690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labeling rules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251960" y="4069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people. Run a cross-border labeling workshop.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617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7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6177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Ammonia refrigeration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4251960" y="4617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people, both near retirement. Sponsor certification now.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166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7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166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Pizza line setup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251960" y="51663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people, nothing written down. Write it down, then mentor backups.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5715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57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1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PLC automation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4251960" y="57150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people. Rotate techs through Salina before Sioux Falls opens.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next two years need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things Schwan's is actually doing: the Sioux Falls plant, demand forecasting, the CJ integration.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85800" y="1828800"/>
          <a:ext cx="10789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029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51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is built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972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files. No frameworks, no build step, no dependencies.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with no internet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loads from a CDN, so a bad connection during judging cannot break the demo.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is mine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17220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 to hide behind. I can explain any part of it.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state, not a mock-up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Marking a development plan as started is saved and survives a reload.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172200" y="35661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E2B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and dark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3977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toggle, remembered per browser.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5577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18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   ·   style.css   ·   script.js   ·   data.js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next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286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HR data instead of demo numbers.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8529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employee view, so a person sees their own plan.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419856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C9CD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tap at a plant that pulls up that person's skills and training.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9377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github.com/Aj-Networks/schwan_s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3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numbers. Plant names, offices, job groups and business drivers are real.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SkillSight</dc:title>
  <dc:subject>PptxGenJS Presentation</dc:subject>
  <dc:creator>Ajay Angdembe</dc:creator>
  <cp:lastModifiedBy>Ajay Angdembe</cp:lastModifiedBy>
  <cp:revision>1</cp:revision>
  <dcterms:created xsi:type="dcterms:W3CDTF">2026-09-13T00:52:51Z</dcterms:created>
  <dcterms:modified xsi:type="dcterms:W3CDTF">2026-09-13T00:52:51Z</dcterms:modified>
</cp:coreProperties>
</file>