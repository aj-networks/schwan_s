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rgbClr val="8E2B3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5181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Pizza line configuration</c:v>
                  </c:pt>
                  <c:pt idx="1">
                    <c:v>R&amp;D / food science</c:v>
                  </c:pt>
                  <c:pt idx="2">
                    <c:v>Legal / compliance</c:v>
                  </c:pt>
                  <c:pt idx="3">
                    <c:v>Refrigeration &amp; ammonia</c:v>
                  </c:pt>
                  <c:pt idx="4">
                    <c:v>Menu / culinary consulting</c:v>
                  </c:pt>
                  <c:pt idx="5">
                    <c:v>PLC / automation</c:v>
                  </c:pt>
                  <c:pt idx="6">
                    <c:v>Lean / Six Sigma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</c:v>
                </c:pt>
                <c:pt idx="1">
                  <c:v>18</c:v>
                </c:pt>
                <c:pt idx="2">
                  <c:v>20</c:v>
                </c:pt>
                <c:pt idx="3">
                  <c:v>22</c:v>
                </c:pt>
                <c:pt idx="4">
                  <c:v>29</c:v>
                </c:pt>
                <c:pt idx="5">
                  <c:v>34</c:v>
                </c:pt>
                <c:pt idx="6">
                  <c:v>38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5181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5181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Today</c:v>
                </c:pt>
              </c:strCache>
            </c:strRef>
          </c:tx>
          <c:spPr>
            <a:solidFill>
              <a:srgbClr val="C4574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5181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PLC / automation</c:v>
                  </c:pt>
                  <c:pt idx="1">
                    <c:v>Data analytics</c:v>
                  </c:pt>
                  <c:pt idx="2">
                    <c:v>Refrigeration</c:v>
                  </c:pt>
                  <c:pt idx="3">
                    <c:v>Legal / compliance</c:v>
                  </c:pt>
                  <c:pt idx="4">
                    <c:v>Culinary consulting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</c:v>
                </c:pt>
                <c:pt idx="1">
                  <c:v>41</c:v>
                </c:pt>
                <c:pt idx="2">
                  <c:v>22</c:v>
                </c:pt>
                <c:pt idx="3">
                  <c:v>20</c:v>
                </c:pt>
                <c:pt idx="4">
                  <c:v>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Needed by 2027</c:v>
                </c:pt>
              </c:strCache>
            </c:strRef>
          </c:tx>
          <c:spPr>
            <a:solidFill>
              <a:srgbClr val="8E2B3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5181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PLC / automation</c:v>
                  </c:pt>
                  <c:pt idx="1">
                    <c:v>Data analytics</c:v>
                  </c:pt>
                  <c:pt idx="2">
                    <c:v>Refrigeration</c:v>
                  </c:pt>
                  <c:pt idx="3">
                    <c:v>Legal / compliance</c:v>
                  </c:pt>
                  <c:pt idx="4">
                    <c:v>Culinary consulting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65</c:v>
                </c:pt>
                <c:pt idx="1">
                  <c:v>70</c:v>
                </c:pt>
                <c:pt idx="2">
                  <c:v>50</c:v>
                </c:pt>
                <c:pt idx="3">
                  <c:v>55</c:v>
                </c:pt>
                <c:pt idx="4">
                  <c:v>55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5181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5181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SkillSight. A tool that shows what skills Schwan's has, where they are missing, and where one person leaving stops the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Schwan's has 16 plants, 3 offices and 4 job groups. What it does not have is one place that shows what its people can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question per page. No dashboard wall.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skills sit under 40 percent coverage. Pizza line configuration is the worst at 12 percent.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skills, held by three people or fewer. One of them by a single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dashboards show numbers and stop. This one ranks them. That is the difference.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Sioux Falls needs automation techs before it opens. We are at 34 percent and need 65.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 HTML, CSS and JavaScript. Open index.html and it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148840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8E2B3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344168" y="2057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SkillSight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06324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what skills Schwan's employees have, where skills are missing,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where a critical skill is known by too few people.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5760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Southwest MN Hacks 2026  ·  Schwan's Prompt 01  ·  Ajay Angdembe, solo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972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data sits in different places, so nobody can answer a simple question.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8288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i="1" dirty="0">
                <a:solidFill>
                  <a:srgbClr val="8E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“If the person who knows the ammonia system leaves,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i="1" dirty="0">
                <a:solidFill>
                  <a:srgbClr val="8E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else can do it?”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1546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that answer takes phone calls to three plants. It should take one click.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from Schwan's published figures. Deloitte and The Manufacturing Institute put the wider skills gap at 2.1 million unfilled jobs by 2030.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1605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5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8,500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5029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41605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5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52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5029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plants, plus 3 offices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41605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5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2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5029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groups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1605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8E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200" dirty="0"/>
          </a:p>
        </p:txBody>
      </p:sp>
      <p:sp>
        <p:nvSpPr>
          <p:cNvPr id="14" name="Text 12"/>
          <p:cNvSpPr txBox="1"/>
          <p:nvPr/>
        </p:nvSpPr>
        <p:spPr>
          <a:xfrm>
            <a:off x="8915400" y="5029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view of skills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972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questions from the challenge, one page each, plus the employee's own view.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837944"/>
            <a:ext cx="384048" cy="384048"/>
          </a:xfrm>
          <a:prstGeom prst="ellipse">
            <a:avLst/>
          </a:prstGeom>
          <a:solidFill>
            <a:srgbClr val="8E2B3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837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83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251960" y="180136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ranked list of what to fix first, plus where coverage is lowest.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85800" y="2606040"/>
            <a:ext cx="384048" cy="384048"/>
          </a:xfrm>
          <a:prstGeom prst="ellipse">
            <a:avLst/>
          </a:prstGeom>
          <a:solidFill>
            <a:srgbClr val="8E2B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5511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251960" y="256946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skill in the workforce and how well each one is covered.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85800" y="3374136"/>
            <a:ext cx="384048" cy="384048"/>
          </a:xfrm>
          <a:prstGeom prst="ellipse">
            <a:avLst/>
          </a:prstGeom>
          <a:solidFill>
            <a:srgbClr val="8E2B3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3192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Succession risk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251960" y="33375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held by three people or fewer, where they are, and what it costs if they leave.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85800" y="4142232"/>
            <a:ext cx="384048" cy="384048"/>
          </a:xfrm>
          <a:prstGeom prst="ellipse">
            <a:avLst/>
          </a:prstGeom>
          <a:solidFill>
            <a:srgbClr val="8E2B3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0873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skills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251960" y="4105656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next two years need, and how far short we are now.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85800" y="4910328"/>
            <a:ext cx="384048" cy="384048"/>
          </a:xfrm>
          <a:prstGeom prst="ellipse">
            <a:avLst/>
          </a:prstGeom>
          <a:solidFill>
            <a:srgbClr val="8E2B3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4910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85546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view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4251960" y="487375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data seen by the person: what you know, what only you know, and your next step.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85800" y="5678424"/>
            <a:ext cx="384048" cy="384048"/>
          </a:xfrm>
          <a:prstGeom prst="ellipse">
            <a:avLst/>
          </a:prstGeom>
          <a:solidFill>
            <a:srgbClr val="8E2B3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5800" y="5678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5623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and offices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4251960" y="564184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site the data covers.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gaps are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972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is the share of people in a job group who have the skill. Under 40 percent means most of the group cannot do the work.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85800" y="1783080"/>
          <a:ext cx="107899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only a few people know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972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skills are held by three people or fewer. If they leave, the work stops until somebody else learns it.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51206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04825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R&amp;D, frozen dough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23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Marshall, MN R&amp;D center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224942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E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person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172200" y="1920240"/>
            <a:ext cx="51206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0" y="204825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labeling rules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423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Hopkins, MN corporate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9829800" y="224942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E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people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85800" y="3246120"/>
            <a:ext cx="51206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33741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Ammonia refrigeration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749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Marshall, MN ice cream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343400" y="357530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E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people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172200" y="3246120"/>
            <a:ext cx="51206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33741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line setup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3749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Salina, KS pizza plant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9829800" y="357530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E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people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85800" y="4572000"/>
            <a:ext cx="51206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470001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automation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5074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Salina, KS pizza plant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343400" y="490118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E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people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172200" y="4572000"/>
            <a:ext cx="51206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0" y="470001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Culinary consulting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5074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Field, national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829800" y="490118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E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people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part that matters: an order of work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972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at-risk skill is scored on three things, then ranked. A manager gets a list, not a puzzle.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3291840" cy="1143000"/>
          </a:xfrm>
          <a:prstGeom prst="roundRect">
            <a:avLst>
              <a:gd name="adj" fmla="val 4800"/>
            </a:avLst>
          </a:prstGeom>
          <a:solidFill>
            <a:srgbClr val="F4F5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0848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it hurts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688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if the knowledge is lost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920240"/>
            <a:ext cx="3291840" cy="1143000"/>
          </a:xfrm>
          <a:prstGeom prst="roundRect">
            <a:avLst>
              <a:gd name="adj" fmla="val 4800"/>
            </a:avLst>
          </a:prstGeom>
          <a:solidFill>
            <a:srgbClr val="F4F5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0" y="20848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few hold it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4688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or a handful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01000" y="1920240"/>
            <a:ext cx="3291840" cy="1143000"/>
          </a:xfrm>
          <a:prstGeom prst="roundRect">
            <a:avLst>
              <a:gd name="adj" fmla="val 4800"/>
            </a:avLst>
          </a:prstGeom>
          <a:solidFill>
            <a:srgbClr val="F4F5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0" y="20848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big the gap is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24688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from where it needs to be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7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520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R&amp;D, frozen dough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251960" y="35204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person holds it. Pair the expert with two mentees.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7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069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labeling rules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4251960" y="40690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people. Run a cross-border labeling workshop.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7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4617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Ammonia refrigeration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4251960" y="4617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people, both near retirement. Sponsor certification now.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5166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7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5166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line setup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4251960" y="51663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people, nothing written down. Write it down, then mentor backups.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5715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7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5715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automation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4251960" y="57150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people. Rotate techs through Salina before Sioux Falls opens.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next two years need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972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to things Schwan's is actually doing: the Sioux Falls plant, demand forecasting, the CJ integration.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85800" y="1828800"/>
          <a:ext cx="107899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is built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972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files. No frameworks, no build step, no dependencies.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965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with no internet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3774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loads from a CDN, so a bad connection during judging cannot break the demo.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172200" y="1965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line is mine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172200" y="23774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framework to hide behind. I can explain any part of it.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566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state, not a mock-up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9776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Marking a development plan as started is saved and survives a reload.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172200" y="3566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E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and dark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39776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toggle, remembered per browser.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577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   ·   style.css   ·   script.js   ·   data.js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next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286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the HR system so the numbers are live instead of seeded.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85292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people to plans automatically, instead of one written step per skill.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41985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tap at a plant that pulls up that person's skills and training.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9377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github.com/Aj-Networks/schwan_s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5806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numbers. Plant names, offices, job groups and business drivers are real.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SkillSight</dc:title>
  <dc:subject>PptxGenJS Presentation</dc:subject>
  <dc:creator>Ajay Angdembe</dc:creator>
  <cp:lastModifiedBy>Ajay Angdembe</cp:lastModifiedBy>
  <cp:revision>1</cp:revision>
  <dcterms:created xsi:type="dcterms:W3CDTF">2026-09-13T01:25:30Z</dcterms:created>
  <dcterms:modified xsi:type="dcterms:W3CDTF">2026-09-13T01:25:30Z</dcterms:modified>
</cp:coreProperties>
</file>