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SkillSight. What skills Schwan's has, where they are missing, and where one person leaving stops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than a dozen US plants, four job groups, a new plant in 2027. No single place that shows what people can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question per page, in the order the prompt asks. No dashboard 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skills under forty percent. The worst is the Salina line setup at twelve.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skills held by three people or fewer. One by a single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Ranking is the difference. A manager gets a list, not a puzzle.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Sioux Falls opens in 2027 and needs automation techs. We are at 34 percent and need 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 HTML, CSS and JavaScript. Open index.html and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138160"/>
            <a:ext cx="18288000" cy="2148840"/>
          </a:xfrm>
          <a:prstGeom prst="rect">
            <a:avLst/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219456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SkillSight</a:t>
            </a:r>
            <a:endParaRPr lang="en-US" sz="11600" dirty="0"/>
          </a:p>
        </p:txBody>
      </p:sp>
      <p:sp>
        <p:nvSpPr>
          <p:cNvPr id="5" name="Shape 3"/>
          <p:cNvSpPr/>
          <p:nvPr/>
        </p:nvSpPr>
        <p:spPr>
          <a:xfrm>
            <a:off x="1280160" y="4480560"/>
            <a:ext cx="5852160" cy="0"/>
          </a:xfrm>
          <a:prstGeom prst="line">
            <a:avLst/>
          </a:prstGeom>
          <a:noFill/>
          <a:ln w="25400">
            <a:solidFill>
              <a:srgbClr val="4452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470916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SKILLS INTELLIGENCE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553212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skills Schwan's people have, where those skills are missing,</a:t>
            </a:r>
            <a:endParaRPr lang="en-US" sz="2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where one person leaving stops the work.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4264640" y="214884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600" dirty="0">
                <a:solidFill>
                  <a:srgbClr val="324070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20</a:t>
            </a:r>
            <a:endParaRPr lang="en-US" sz="9600" dirty="0"/>
          </a:p>
        </p:txBody>
      </p:sp>
      <p:sp>
        <p:nvSpPr>
          <p:cNvPr id="9" name="Text 7"/>
          <p:cNvSpPr txBox="1"/>
          <p:nvPr/>
        </p:nvSpPr>
        <p:spPr>
          <a:xfrm>
            <a:off x="142646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445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TRACKED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0" y="466344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600" dirty="0">
                <a:solidFill>
                  <a:srgbClr val="324070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06</a:t>
            </a:r>
            <a:endParaRPr lang="en-US" sz="9600" dirty="0"/>
          </a:p>
        </p:txBody>
      </p:sp>
      <p:sp>
        <p:nvSpPr>
          <p:cNvPr id="11" name="Text 9"/>
          <p:cNvSpPr txBox="1"/>
          <p:nvPr/>
        </p:nvSpPr>
        <p:spPr>
          <a:xfrm>
            <a:off x="14264640" y="6400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445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BY THREE OR FEWER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8641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E9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SOUTHWEST MN HACKS 2026  ·  SCHWAN'S PROMPT 01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9052560"/>
            <a:ext cx="1371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Readiness and Skills Intelligence  ·  Ajay Angdembe, solo  ·  github.com/Aj-Networks/schwan_s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1371600"/>
            <a:ext cx="1371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Skills data sits in different places,</a:t>
            </a:r>
            <a:endParaRPr lang="en-US" sz="4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4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so a simple question has no answer.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0"/>
            <a:ext cx="11887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i="1" dirty="0">
                <a:solidFill>
                  <a:srgbClr val="324070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“If the person who knows the ammonia system leaves,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i="1" dirty="0">
                <a:solidFill>
                  <a:srgbClr val="324070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who else can do it?”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566928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that answer takes phone calls to three plants. It should take one click.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69494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12+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8046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facilities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69494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4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8046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groups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0" y="69494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2027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9144000" y="8046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Sioux Falls opens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075920" y="69494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13075920" y="8046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view of skills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280160" y="681228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app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 and job groups from Schwan's careers site.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00" cy="1028700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Six pages.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One question each.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402336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questions in the challenge, in the order the challenge asks them, plus the view built for the employee rather than the manager.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06640" y="1124712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01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8686800" y="12161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Overview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0" y="128930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order of work, plus where coverage is lowest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406640" y="2130552"/>
            <a:ext cx="96012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06640" y="242316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02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2514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Skills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0" y="25877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skill and how well each one is covered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406640" y="3429000"/>
            <a:ext cx="96012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06640" y="3721608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03</a:t>
            </a:r>
            <a:endParaRPr lang="en-US" sz="4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38130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Future skills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0" y="38862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next two years need, and the shortfall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4727448"/>
            <a:ext cx="96012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06640" y="5020056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04</a:t>
            </a:r>
            <a:endParaRPr lang="en-US" sz="4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0" y="51114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Succession risk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0" y="518464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held by three people or fewer, and what it costs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06640" y="6025896"/>
            <a:ext cx="96012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06640" y="6318504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05</a:t>
            </a:r>
            <a:endParaRPr lang="en-US" sz="4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640994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Employee view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12070080" y="648309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data seen by the person, not the manager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406640" y="7324344"/>
            <a:ext cx="96012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06640" y="7616952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06</a:t>
            </a:r>
            <a:endParaRPr lang="en-US" sz="42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770839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Plants and offices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0" y="778154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site the data covers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 AND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1371600"/>
            <a:ext cx="1371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Seven skills sit under 40 percent.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880360"/>
            <a:ext cx="1234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the share of a job group that holds the skill. Under 40 percent means most of the group cannot do that work.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794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Salina line setup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852160" y="3886200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3886200"/>
            <a:ext cx="1053389" cy="237744"/>
          </a:xfrm>
          <a:prstGeom prst="roundRect">
            <a:avLst>
              <a:gd name="adj" fmla="val 192308"/>
            </a:avLst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904720" y="38130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80160" y="4379976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454456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R&amp;D, food science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852160" y="4636008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0" y="4636008"/>
            <a:ext cx="1580083" cy="237744"/>
          </a:xfrm>
          <a:prstGeom prst="roundRect">
            <a:avLst>
              <a:gd name="adj" fmla="val 192308"/>
            </a:avLst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904720" y="4562856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18%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280160" y="5129784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80160" y="52943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Legal and compliance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52160" y="5385816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0" y="5385816"/>
            <a:ext cx="1755648" cy="237744"/>
          </a:xfrm>
          <a:prstGeom prst="roundRect">
            <a:avLst>
              <a:gd name="adj" fmla="val 192308"/>
            </a:avLst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904720" y="5312664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280160" y="5879592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280160" y="604418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Refrigeration and ammonia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852160" y="6135624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52160" y="6135624"/>
            <a:ext cx="1931213" cy="237744"/>
          </a:xfrm>
          <a:prstGeom prst="roundRect">
            <a:avLst>
              <a:gd name="adj" fmla="val 192308"/>
            </a:avLst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4904720" y="606247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22%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280160" y="662940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67939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Menu and culinary consulting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5852160" y="6885432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52160" y="6885432"/>
            <a:ext cx="2545690" cy="237744"/>
          </a:xfrm>
          <a:prstGeom prst="roundRect">
            <a:avLst>
              <a:gd name="adj" fmla="val 192308"/>
            </a:avLst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4904720" y="68122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280160" y="7379208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80160" y="75438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PLC and automation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5852160" y="7635240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52160" y="7635240"/>
            <a:ext cx="2984602" cy="237744"/>
          </a:xfrm>
          <a:prstGeom prst="roundRect">
            <a:avLst>
              <a:gd name="adj" fmla="val 192308"/>
            </a:avLst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4904720" y="75620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280160" y="8129016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80160" y="829360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Lean and Six Sigma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5852160" y="8385048"/>
            <a:ext cx="8778240" cy="237744"/>
          </a:xfrm>
          <a:prstGeom prst="roundRect">
            <a:avLst>
              <a:gd name="adj" fmla="val 19230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52160" y="8385048"/>
            <a:ext cx="3335731" cy="237744"/>
          </a:xfrm>
          <a:prstGeom prst="roundRect">
            <a:avLst>
              <a:gd name="adj" fmla="val 192308"/>
            </a:avLst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4904720" y="8311896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38%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and Skills tabs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coverage figures, stated as demo data on screen.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365760"/>
            <a:ext cx="8229600" cy="10972800"/>
          </a:xfrm>
          <a:prstGeom prst="rect">
            <a:avLst/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E9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71600"/>
            <a:ext cx="8595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Six skills are held by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three people or fewer.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4114800"/>
            <a:ext cx="8412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them is held by a single person, at the Marshall R&amp;D centre. If that person leaves, frozen dough formulation leaves with them.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621792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 skill known by one person is not a statistic.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It is a production risk with a name on it.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064240" y="94183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1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12070080" y="10698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R&amp;D, frozen dough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0" y="1508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Marshall, MN R&amp;D centre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064240" y="2039112"/>
            <a:ext cx="5760720" cy="0"/>
          </a:xfrm>
          <a:prstGeom prst="line">
            <a:avLst/>
          </a:prstGeom>
          <a:noFill/>
          <a:ln w="12700">
            <a:solidFill>
              <a:srgbClr val="4452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064240" y="225856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0" y="238658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Ammonia refrigeration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0" y="2825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Marshall, MN ice cream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1064240" y="3355848"/>
            <a:ext cx="5760720" cy="0"/>
          </a:xfrm>
          <a:prstGeom prst="line">
            <a:avLst/>
          </a:prstGeom>
          <a:noFill/>
          <a:ln w="12700">
            <a:solidFill>
              <a:srgbClr val="4452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064240" y="3575304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0" y="3703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Food labeling rules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0" y="4142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Hopkins, MN corporate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1064240" y="4672584"/>
            <a:ext cx="5760720" cy="0"/>
          </a:xfrm>
          <a:prstGeom prst="line">
            <a:avLst/>
          </a:prstGeom>
          <a:noFill/>
          <a:ln w="12700">
            <a:solidFill>
              <a:srgbClr val="44528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064240" y="4892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0" y="502005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Salina line setup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0" y="5458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Salina, KS pizza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1064240" y="5989320"/>
            <a:ext cx="5760720" cy="0"/>
          </a:xfrm>
          <a:prstGeom prst="line">
            <a:avLst/>
          </a:prstGeom>
          <a:noFill/>
          <a:ln w="12700">
            <a:solidFill>
              <a:srgbClr val="44528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064240" y="6208776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3</a:t>
            </a:r>
            <a:endParaRPr lang="en-US" sz="4600" dirty="0"/>
          </a:p>
        </p:txBody>
      </p:sp>
      <p:sp>
        <p:nvSpPr>
          <p:cNvPr id="25" name="Text 23"/>
          <p:cNvSpPr txBox="1"/>
          <p:nvPr/>
        </p:nvSpPr>
        <p:spPr>
          <a:xfrm>
            <a:off x="12070080" y="63367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PLC automation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0" y="67757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Salina, KS pizza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1064240" y="7306056"/>
            <a:ext cx="5760720" cy="0"/>
          </a:xfrm>
          <a:prstGeom prst="line">
            <a:avLst/>
          </a:prstGeom>
          <a:noFill/>
          <a:ln w="12700">
            <a:solidFill>
              <a:srgbClr val="4452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064240" y="75255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3</a:t>
            </a:r>
            <a:endParaRPr lang="en-US" sz="4600" dirty="0"/>
          </a:p>
        </p:txBody>
      </p:sp>
      <p:sp>
        <p:nvSpPr>
          <p:cNvPr id="29" name="Text 27"/>
          <p:cNvSpPr txBox="1"/>
          <p:nvPr/>
        </p:nvSpPr>
        <p:spPr>
          <a:xfrm>
            <a:off x="12070080" y="765352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Culinary consulting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12070080" y="8092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Field, national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32407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E9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risk tab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E9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headcounts. The ammonia roster exists by law: OSHA 1910.119.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THAT MATTERS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1371600"/>
            <a:ext cx="1408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Most dashboards show numbers and stop.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This one puts them in an order of work.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280160" y="3931920"/>
            <a:ext cx="4754880" cy="137160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54480" y="4114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How much it hurts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4572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if the knowledge is lost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0" y="3931920"/>
            <a:ext cx="4754880" cy="137160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0" y="4114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How few hold it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4572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person, or a handful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887200" y="3931920"/>
            <a:ext cx="4754880" cy="137160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161520" y="4114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How big the gap 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2161520" y="4572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from where it needs to be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57515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32E54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01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58430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R&amp;D, frozen dough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5861304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holds it. Pair the expert with two mentees.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80160" y="6409944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652881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02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662025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Food labeling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6638544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people. Run a cross-border labeling workshop.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280160" y="7187184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7306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03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739749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Ammonia refrigeration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7415784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people, both near retirement. Sponsor certification now.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280160" y="7964424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808329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3CCDA"/>
                </a:solidFill>
                <a:latin typeface="Bahnschrift Light" pitchFamily="34" charset="0"/>
                <a:ea typeface="Bahnschrift Light" pitchFamily="34" charset="-122"/>
                <a:cs typeface="Bahnschrift Light" pitchFamily="34" charset="-120"/>
              </a:rPr>
              <a:t>04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817473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Salina line setup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8193024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people, nothing written down. Write it down, then mentor backups.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tab, Do this first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impact × scarcity × gap size, shown on screen.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0"/>
            <a:ext cx="1371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Five skills carry a 2027 target.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2880360"/>
            <a:ext cx="1234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is tied to something the company is already doing, not to technology in general.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3566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bar is coverage today. Light bar is what 2027 needs.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4206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Legal and compliance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852160" y="4297680"/>
            <a:ext cx="5120640" cy="237744"/>
          </a:xfrm>
          <a:prstGeom prst="roundRect">
            <a:avLst>
              <a:gd name="adj" fmla="val 19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0" y="4297680"/>
            <a:ext cx="2816352" cy="237744"/>
          </a:xfrm>
          <a:prstGeom prst="roundRect">
            <a:avLst>
              <a:gd name="adj" fmla="val 192308"/>
            </a:avLst>
          </a:prstGeom>
          <a:solidFill>
            <a:srgbClr val="C3CCDA"/>
          </a:solidFill>
          <a:ln w="12700">
            <a:solidFill>
              <a:srgbClr val="C3CC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52160" y="4297680"/>
            <a:ext cx="1024128" cy="237744"/>
          </a:xfrm>
          <a:prstGeom prst="roundRect">
            <a:avLst>
              <a:gd name="adj" fmla="val 192308"/>
            </a:avLst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247120" y="42245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to 55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93040" y="421538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+35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3898880" y="42428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CJ CheilJedang integration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280160" y="4974336"/>
            <a:ext cx="1572768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80160" y="51663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PLC and automation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52160" y="5257800"/>
            <a:ext cx="5120640" cy="237744"/>
          </a:xfrm>
          <a:prstGeom prst="roundRect">
            <a:avLst>
              <a:gd name="adj" fmla="val 19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0" y="5257800"/>
            <a:ext cx="3328416" cy="237744"/>
          </a:xfrm>
          <a:prstGeom prst="roundRect">
            <a:avLst>
              <a:gd name="adj" fmla="val 192308"/>
            </a:avLst>
          </a:prstGeom>
          <a:solidFill>
            <a:srgbClr val="C3CCDA"/>
          </a:solidFill>
          <a:ln w="12700">
            <a:solidFill>
              <a:srgbClr val="C3CC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52160" y="5257800"/>
            <a:ext cx="1741018" cy="237744"/>
          </a:xfrm>
          <a:prstGeom prst="roundRect">
            <a:avLst>
              <a:gd name="adj" fmla="val 192308"/>
            </a:avLst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247120" y="51846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to 65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0" y="517550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+31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13898880" y="52029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Sioux Falls plant opens 2027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280160" y="5934456"/>
            <a:ext cx="1572768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80160" y="61264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Data analytics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852160" y="6217920"/>
            <a:ext cx="5120640" cy="237744"/>
          </a:xfrm>
          <a:prstGeom prst="roundRect">
            <a:avLst>
              <a:gd name="adj" fmla="val 19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6217920"/>
            <a:ext cx="3584448" cy="237744"/>
          </a:xfrm>
          <a:prstGeom prst="roundRect">
            <a:avLst>
              <a:gd name="adj" fmla="val 192308"/>
            </a:avLst>
          </a:prstGeom>
          <a:solidFill>
            <a:srgbClr val="C3CCDA"/>
          </a:solidFill>
          <a:ln w="12700">
            <a:solidFill>
              <a:srgbClr val="C3CC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52160" y="6217920"/>
            <a:ext cx="2099462" cy="237744"/>
          </a:xfrm>
          <a:prstGeom prst="roundRect">
            <a:avLst>
              <a:gd name="adj" fmla="val 192308"/>
            </a:avLst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247120" y="614476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to 70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893040" y="613562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+29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13898880" y="616305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forecasting rollout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280160" y="6894576"/>
            <a:ext cx="1572768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280160" y="70866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Refrigeration and ammonia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5852160" y="7178040"/>
            <a:ext cx="5120640" cy="237744"/>
          </a:xfrm>
          <a:prstGeom prst="roundRect">
            <a:avLst>
              <a:gd name="adj" fmla="val 19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852160" y="7178040"/>
            <a:ext cx="2560320" cy="237744"/>
          </a:xfrm>
          <a:prstGeom prst="roundRect">
            <a:avLst>
              <a:gd name="adj" fmla="val 192308"/>
            </a:avLst>
          </a:prstGeom>
          <a:solidFill>
            <a:srgbClr val="C3CCDA"/>
          </a:solidFill>
          <a:ln w="12700">
            <a:solidFill>
              <a:srgbClr val="C3CCD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7178040"/>
            <a:ext cx="1126541" cy="237744"/>
          </a:xfrm>
          <a:prstGeom prst="roundRect">
            <a:avLst>
              <a:gd name="adj" fmla="val 192308"/>
            </a:avLst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1247120" y="71048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to 50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2893040" y="709574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+28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13898880" y="71231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capacity expansion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280160" y="7854696"/>
            <a:ext cx="1572768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280160" y="80467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212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Menu and culinary consulting</a:t>
            </a:r>
            <a:endParaRPr lang="en-US" sz="1900" dirty="0"/>
          </a:p>
        </p:txBody>
      </p:sp>
      <p:sp>
        <p:nvSpPr>
          <p:cNvPr id="40" name="Shape 38"/>
          <p:cNvSpPr/>
          <p:nvPr/>
        </p:nvSpPr>
        <p:spPr>
          <a:xfrm>
            <a:off x="5852160" y="8138160"/>
            <a:ext cx="5120640" cy="237744"/>
          </a:xfrm>
          <a:prstGeom prst="roundRect">
            <a:avLst>
              <a:gd name="adj" fmla="val 19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52160" y="8138160"/>
            <a:ext cx="2816352" cy="237744"/>
          </a:xfrm>
          <a:prstGeom prst="roundRect">
            <a:avLst>
              <a:gd name="adj" fmla="val 192308"/>
            </a:avLst>
          </a:prstGeom>
          <a:solidFill>
            <a:srgbClr val="C3CCDA"/>
          </a:solidFill>
          <a:ln w="12700">
            <a:solidFill>
              <a:srgbClr val="C3CCD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52160" y="8138160"/>
            <a:ext cx="1484986" cy="237744"/>
          </a:xfrm>
          <a:prstGeom prst="roundRect">
            <a:avLst>
              <a:gd name="adj" fmla="val 192308"/>
            </a:avLst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1247120" y="80650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to 55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2893040" y="805586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+26</a:t>
            </a:r>
            <a:endParaRPr lang="en-US" sz="1900" dirty="0"/>
          </a:p>
        </p:txBody>
      </p:sp>
      <p:sp>
        <p:nvSpPr>
          <p:cNvPr id="45" name="Text 43"/>
          <p:cNvSpPr txBox="1"/>
          <p:nvPr/>
        </p:nvSpPr>
        <p:spPr>
          <a:xfrm>
            <a:off x="13898880" y="808329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K-12 and healthcare accounts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skills tab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targets. Drivers sourced: company release, CJ CheilJedang.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1371600"/>
            <a:ext cx="12801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Four files. No framework,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no build step, no dependencies.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931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Runs with no internet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44805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loads from a CDN, so a bad venue network cannot break the demo.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595360" y="3840480"/>
            <a:ext cx="0" cy="16459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35440" y="3931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Every line is mine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235440" y="44805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 to hide behind. Ask me about any part of it.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6035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Real state, not a mock-up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65836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Ticking a development plan is saved and survives a reload.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595360" y="5943600"/>
            <a:ext cx="0" cy="16459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0" y="6035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32E54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Checked by a script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235440" y="65836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verify.js renders every page and asserts 42 list and plan combinations.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280160" y="85039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80160" y="8686800"/>
            <a:ext cx="1371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E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     style.css      script.js      data.js      verify.js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80160" y="9189720"/>
            <a:ext cx="1572768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93726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repository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418320" y="93726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E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  </a:t>
            </a:r>
            <a:pPr indent="0" marL="0">
              <a:buNone/>
            </a:pPr>
            <a:r>
              <a:rPr lang="en-US" sz="1400" dirty="0">
                <a:solidFill>
                  <a:srgbClr val="18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HTML, CSS and JavaScript. Nothing else.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32E54"/>
          </a:solidFill>
          <a:ln w="12700">
            <a:solidFill>
              <a:srgbClr val="232E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365760"/>
            <a:ext cx="9144000" cy="10972800"/>
          </a:xfrm>
          <a:prstGeom prst="rect">
            <a:avLst/>
          </a:prstGeom>
          <a:solidFill>
            <a:srgbClr val="324070"/>
          </a:solidFill>
          <a:ln w="12700">
            <a:solidFill>
              <a:srgbClr val="32407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23774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What is next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280160" y="3566160"/>
            <a:ext cx="4754880" cy="0"/>
          </a:xfrm>
          <a:prstGeom prst="line">
            <a:avLst/>
          </a:prstGeom>
          <a:noFill/>
          <a:ln w="25400">
            <a:solidFill>
              <a:srgbClr val="4452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4023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the HR system so the numbers are live.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50292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people to plans automatically, not one written step per skill.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60350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badge tap at a plant that pulls up that person's skills and training.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7680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github.com/Aj-Networks/schwan_s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8229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9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numbers. Plants, offices, job groups and the regulations are real and sourced.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0" y="274320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FFFF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SkillSight</a:t>
            </a:r>
            <a:endParaRPr lang="en-US" sz="56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0" y="420624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B9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what skills Schwan's people have, where those skills are missing, and where a critical one is known by too few.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972800" y="6492240"/>
            <a:ext cx="5852160" cy="0"/>
          </a:xfrm>
          <a:prstGeom prst="line">
            <a:avLst/>
          </a:prstGeom>
          <a:noFill/>
          <a:ln w="12700">
            <a:solidFill>
              <a:srgbClr val="4452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0" y="67208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Angdembe  ·  solo entry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SkillSight</dc:title>
  <dc:subject>PptxGenJS Presentation</dc:subject>
  <dc:creator>Ajay Angdembe</dc:creator>
  <cp:lastModifiedBy>Ajay Angdembe</cp:lastModifiedBy>
  <cp:revision>1</cp:revision>
  <dcterms:created xsi:type="dcterms:W3CDTF">2026-09-13T06:07:37Z</dcterms:created>
  <dcterms:modified xsi:type="dcterms:W3CDTF">2026-09-13T06:07:37Z</dcterms:modified>
</cp:coreProperties>
</file>