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 Aj" userId="6857a7655e0290f7" providerId="LiveId" clId="{1269664D-8E21-4D12-9992-D2CA9025F01D}"/>
    <pc:docChg chg="modSld">
      <pc:chgData name="Mr Aj" userId="6857a7655e0290f7" providerId="LiveId" clId="{1269664D-8E21-4D12-9992-D2CA9025F01D}" dt="2026-09-13T06:21:48.676" v="8" actId="14100"/>
      <pc:docMkLst>
        <pc:docMk/>
      </pc:docMkLst>
      <pc:sldChg chg="modSp mod">
        <pc:chgData name="Mr Aj" userId="6857a7655e0290f7" providerId="LiveId" clId="{1269664D-8E21-4D12-9992-D2CA9025F01D}" dt="2026-09-13T06:21:48.676" v="8" actId="14100"/>
        <pc:sldMkLst>
          <pc:docMk/>
          <pc:sldMk cId="0" sldId="256"/>
        </pc:sldMkLst>
        <pc:spChg chg="mod">
          <ac:chgData name="Mr Aj" userId="6857a7655e0290f7" providerId="LiveId" clId="{1269664D-8E21-4D12-9992-D2CA9025F01D}" dt="2026-09-13T06:21:48.676" v="8" actId="14100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Mr Aj" userId="6857a7655e0290f7" providerId="LiveId" clId="{1269664D-8E21-4D12-9992-D2CA9025F01D}" dt="2026-09-13T06:21:23.273" v="7" actId="14100"/>
        <pc:sldMkLst>
          <pc:docMk/>
          <pc:sldMk cId="0" sldId="257"/>
        </pc:sldMkLst>
        <pc:spChg chg="mod">
          <ac:chgData name="Mr Aj" userId="6857a7655e0290f7" providerId="LiveId" clId="{1269664D-8E21-4D12-9992-D2CA9025F01D}" dt="2026-09-13T06:21:23.273" v="7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Mr Aj" userId="6857a7655e0290f7" providerId="LiveId" clId="{1269664D-8E21-4D12-9992-D2CA9025F01D}" dt="2026-09-13T06:21:16.713" v="6" actId="114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Mr Aj" userId="6857a7655e0290f7" providerId="LiveId" clId="{1269664D-8E21-4D12-9992-D2CA9025F01D}" dt="2026-09-13T06:21:00.499" v="5" actId="14100"/>
        <pc:sldMkLst>
          <pc:docMk/>
          <pc:sldMk cId="0" sldId="260"/>
        </pc:sldMkLst>
        <pc:spChg chg="mod">
          <ac:chgData name="Mr Aj" userId="6857a7655e0290f7" providerId="LiveId" clId="{1269664D-8E21-4D12-9992-D2CA9025F01D}" dt="2026-09-13T06:21:00.499" v="5" actId="14100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Mr Aj" userId="6857a7655e0290f7" providerId="LiveId" clId="{1269664D-8E21-4D12-9992-D2CA9025F01D}" dt="2026-09-13T06:20:51.284" v="4" actId="14100"/>
        <pc:sldMkLst>
          <pc:docMk/>
          <pc:sldMk cId="0" sldId="264"/>
        </pc:sldMkLst>
        <pc:spChg chg="mod">
          <ac:chgData name="Mr Aj" userId="6857a7655e0290f7" providerId="LiveId" clId="{1269664D-8E21-4D12-9992-D2CA9025F01D}" dt="2026-09-13T06:20:51.284" v="4" actId="14100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173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SkillSight. What skills Schwan's has, where they are missing, and where one person leaving stops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than a dozen US plants, four job groups, a new plant in 2027. No single place that shows what people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 per page, in the order the prompt asks. No dashboard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skills under forty percent. The worst is the Salina line setup at twelve.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skills held by three people or fewer. One by a single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is the difference. A manager gets a list, not a puzzle.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Sioux Falls opens in 2027 and needs automation techs. We are at 34 percent and need 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HTML, CSS and JavaScript. Open index.html and it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questions judges ask most. The seventh answer is: I do not know, and I would rather find out than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32E54"/>
          </a:solidFill>
          <a:ln w="12700">
            <a:solidFill>
              <a:srgbClr val="232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138160"/>
            <a:ext cx="18288000" cy="2148840"/>
          </a:xfrm>
          <a:prstGeom prst="rect">
            <a:avLst/>
          </a:prstGeom>
          <a:solidFill>
            <a:srgbClr val="324070"/>
          </a:solidFill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280160" y="219456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6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SkillSight</a:t>
            </a:r>
            <a:endParaRPr lang="en-US" sz="11600" dirty="0"/>
          </a:p>
        </p:txBody>
      </p:sp>
      <p:sp>
        <p:nvSpPr>
          <p:cNvPr id="5" name="Shape 3"/>
          <p:cNvSpPr/>
          <p:nvPr/>
        </p:nvSpPr>
        <p:spPr>
          <a:xfrm>
            <a:off x="1280160" y="4480560"/>
            <a:ext cx="5852160" cy="0"/>
          </a:xfrm>
          <a:prstGeom prst="line">
            <a:avLst/>
          </a:prstGeom>
          <a:noFill/>
          <a:ln w="25400">
            <a:solidFill>
              <a:srgbClr val="445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80160" y="470916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SKILLS INTELLIGENCE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5532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skills Schwan's people have, where those skills are missing,</a:t>
            </a:r>
            <a:endParaRPr lang="en-US" sz="2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one person leaving stops the work.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4264640" y="21488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0" dirty="0">
                <a:solidFill>
                  <a:srgbClr val="324070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20</a:t>
            </a:r>
            <a:endParaRPr lang="en-US" sz="9600" dirty="0"/>
          </a:p>
        </p:txBody>
      </p:sp>
      <p:sp>
        <p:nvSpPr>
          <p:cNvPr id="9" name="Text 7"/>
          <p:cNvSpPr txBox="1"/>
          <p:nvPr/>
        </p:nvSpPr>
        <p:spPr>
          <a:xfrm>
            <a:off x="1426464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200" dirty="0">
                <a:solidFill>
                  <a:srgbClr val="445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TRACKED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0" y="46634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0" dirty="0">
                <a:solidFill>
                  <a:srgbClr val="324070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06</a:t>
            </a:r>
            <a:endParaRPr lang="en-US" sz="96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0" y="6400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200" dirty="0">
                <a:solidFill>
                  <a:srgbClr val="445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THREE OR FEWER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8641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E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MN HACKS 2026  ·  SCHWAN'S PROMPT 01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905256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Readiness and Skills Intelligence  ·  Ajay Angdembe, solo  ·  github.com/Aj-Networks/schwan_s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1371600"/>
            <a:ext cx="933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4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Skills data sits in different places,</a:t>
            </a:r>
            <a:endParaRPr lang="en-US" sz="4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44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so a simple question has no answer.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0"/>
            <a:ext cx="1188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24070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“If the person who knows the ammonia system leaves,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24070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who else can do it?”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566928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that answer takes phone calls to three plants. It should take one click.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6949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12+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8046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facilities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6949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4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8046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groups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949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2027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8046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Sioux Falls opens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075920" y="6949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13075920" y="8046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view of skills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80160" y="6812280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80160" y="9189720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280160" y="9372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app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9372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count and job groups from Schwan's careers site.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0" cy="1028700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2801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71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Six pages.</a:t>
            </a:r>
            <a:endParaRPr lang="en-US" sz="4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4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One question each.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0233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questions in the challenge, in the order the challenge asks them, plus the view built for the employee rather than the manager.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124712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C3CCD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1216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Overview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0" y="12893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order of work, plus where coverage is lowest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06640" y="2130552"/>
            <a:ext cx="9601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406640" y="24231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C3CCD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Skills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0" y="2587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and how well each one is covered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06640" y="3429000"/>
            <a:ext cx="9601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06640" y="3721608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C3CCD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3813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Future skills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next two years need, and the shortfall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06640" y="4727448"/>
            <a:ext cx="9601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406640" y="5020056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C3CCD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04</a:t>
            </a:r>
            <a:endParaRPr lang="en-US" sz="4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51114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Succession risk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0" y="5184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held by three people or fewer, and what it costs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06640" y="6025896"/>
            <a:ext cx="9601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406640" y="6318504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C3CCD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05</a:t>
            </a:r>
            <a:endParaRPr lang="en-US" sz="4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6409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Employee view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0" y="64830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seen by the person, not the manager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06640" y="7324344"/>
            <a:ext cx="9601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406640" y="7616952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C3CCD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06</a:t>
            </a:r>
            <a:endParaRPr lang="en-US" sz="4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77083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Plants and offices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0" y="77815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the data covers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AND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1371600"/>
            <a:ext cx="1371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4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Seven skills sit under 40 percent.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880360"/>
            <a:ext cx="1234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the share of a job group that holds the skill. Under 40 percent means most of the group cannot do that work.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794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Salina line setup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852160" y="3886200"/>
            <a:ext cx="8778240" cy="237744"/>
          </a:xfrm>
          <a:prstGeom prst="roundRect">
            <a:avLst>
              <a:gd name="adj" fmla="val 1923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52160" y="3886200"/>
            <a:ext cx="1053389" cy="237744"/>
          </a:xfrm>
          <a:prstGeom prst="roundRect">
            <a:avLst>
              <a:gd name="adj" fmla="val 192308"/>
            </a:avLst>
          </a:prstGeom>
          <a:solidFill>
            <a:srgbClr val="232E54"/>
          </a:solidFill>
          <a:ln w="12700">
            <a:solidFill>
              <a:srgbClr val="232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4904720" y="38130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80160" y="4379976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4544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R&amp;D, food science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852160" y="4636008"/>
            <a:ext cx="8778240" cy="237744"/>
          </a:xfrm>
          <a:prstGeom prst="roundRect">
            <a:avLst>
              <a:gd name="adj" fmla="val 1923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52160" y="4636008"/>
            <a:ext cx="1580083" cy="237744"/>
          </a:xfrm>
          <a:prstGeom prst="roundRect">
            <a:avLst>
              <a:gd name="adj" fmla="val 192308"/>
            </a:avLst>
          </a:prstGeom>
          <a:solidFill>
            <a:srgbClr val="324070"/>
          </a:solidFill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4904720" y="456285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80160" y="5129784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280160" y="52943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Legal and compliance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52160" y="5385816"/>
            <a:ext cx="8778240" cy="237744"/>
          </a:xfrm>
          <a:prstGeom prst="roundRect">
            <a:avLst>
              <a:gd name="adj" fmla="val 1923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52160" y="5385816"/>
            <a:ext cx="1755648" cy="237744"/>
          </a:xfrm>
          <a:prstGeom prst="roundRect">
            <a:avLst>
              <a:gd name="adj" fmla="val 192308"/>
            </a:avLst>
          </a:prstGeom>
          <a:solidFill>
            <a:srgbClr val="324070"/>
          </a:solidFill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4904720" y="531266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0160" y="5879592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280160" y="60441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Refrigeration and ammonia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852160" y="6135624"/>
            <a:ext cx="8778240" cy="237744"/>
          </a:xfrm>
          <a:prstGeom prst="roundRect">
            <a:avLst>
              <a:gd name="adj" fmla="val 1923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52160" y="6135624"/>
            <a:ext cx="1931213" cy="237744"/>
          </a:xfrm>
          <a:prstGeom prst="roundRect">
            <a:avLst>
              <a:gd name="adj" fmla="val 192308"/>
            </a:avLst>
          </a:prstGeom>
          <a:solidFill>
            <a:srgbClr val="324070"/>
          </a:solidFill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4904720" y="6062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0160" y="6629400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280160" y="6793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Menu and culinary consulting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852160" y="6885432"/>
            <a:ext cx="8778240" cy="237744"/>
          </a:xfrm>
          <a:prstGeom prst="roundRect">
            <a:avLst>
              <a:gd name="adj" fmla="val 1923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852160" y="6885432"/>
            <a:ext cx="2545690" cy="237744"/>
          </a:xfrm>
          <a:prstGeom prst="roundRect">
            <a:avLst>
              <a:gd name="adj" fmla="val 192308"/>
            </a:avLst>
          </a:prstGeom>
          <a:solidFill>
            <a:srgbClr val="324070"/>
          </a:solidFill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14904720" y="6812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80160" y="7379208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280160" y="7543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PLC and automation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5852160" y="7635240"/>
            <a:ext cx="8778240" cy="237744"/>
          </a:xfrm>
          <a:prstGeom prst="roundRect">
            <a:avLst>
              <a:gd name="adj" fmla="val 1923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852160" y="7635240"/>
            <a:ext cx="2984602" cy="237744"/>
          </a:xfrm>
          <a:prstGeom prst="roundRect">
            <a:avLst>
              <a:gd name="adj" fmla="val 192308"/>
            </a:avLst>
          </a:prstGeom>
          <a:solidFill>
            <a:srgbClr val="324070"/>
          </a:solidFill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4904720" y="75620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80160" y="8129016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280160" y="82936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Lean and Six Sigma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5852160" y="8385048"/>
            <a:ext cx="8778240" cy="237744"/>
          </a:xfrm>
          <a:prstGeom prst="roundRect">
            <a:avLst>
              <a:gd name="adj" fmla="val 1923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52160" y="8385048"/>
            <a:ext cx="3335731" cy="237744"/>
          </a:xfrm>
          <a:prstGeom prst="roundRect">
            <a:avLst>
              <a:gd name="adj" fmla="val 192308"/>
            </a:avLst>
          </a:prstGeom>
          <a:solidFill>
            <a:srgbClr val="324070"/>
          </a:solidFill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4904720" y="831189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80160" y="9189720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1280160" y="9372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and Skills tabs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0" y="9372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coverage figures, stated as demo data on screen.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32E54"/>
          </a:solidFill>
          <a:ln w="12700">
            <a:solidFill>
              <a:srgbClr val="232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0"/>
            <a:ext cx="7680960" cy="10287000"/>
          </a:xfrm>
          <a:prstGeom prst="rect">
            <a:avLst/>
          </a:prstGeom>
          <a:solidFill>
            <a:srgbClr val="324070"/>
          </a:solidFill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2801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E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Six skills are held by</a:t>
            </a:r>
            <a:endParaRPr lang="en-US" sz="4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three people or fewer.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411480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them is held by a single person, at the Marshall R&amp;D centre. If that person leaves, frozen dough formulation leaves with them.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621792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 skill known by one person is not a statistic.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It is a production risk with a name on it.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9418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12070080" y="1069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R&amp;D, frozen dough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Marshall, MN R&amp;D centre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064240" y="2039112"/>
            <a:ext cx="5760720" cy="0"/>
          </a:xfrm>
          <a:prstGeom prst="line">
            <a:avLst/>
          </a:prstGeom>
          <a:noFill/>
          <a:ln w="12700">
            <a:solidFill>
              <a:srgbClr val="445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1064240" y="2258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0" y="238658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Ammonia refrigeration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0" y="2825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Marshall, MN ice cream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064240" y="3355848"/>
            <a:ext cx="5760720" cy="0"/>
          </a:xfrm>
          <a:prstGeom prst="line">
            <a:avLst/>
          </a:prstGeom>
          <a:noFill/>
          <a:ln w="12700">
            <a:solidFill>
              <a:srgbClr val="445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1064240" y="357530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Food labeling rules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0" y="4142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Hopkins, MN corporate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064240" y="4672584"/>
            <a:ext cx="5760720" cy="0"/>
          </a:xfrm>
          <a:prstGeom prst="line">
            <a:avLst/>
          </a:prstGeom>
          <a:noFill/>
          <a:ln w="12700">
            <a:solidFill>
              <a:srgbClr val="445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1064240" y="4892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0" y="502005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Salina line setup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0" y="5458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Salina, KS pizza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064240" y="5989320"/>
            <a:ext cx="5760720" cy="0"/>
          </a:xfrm>
          <a:prstGeom prst="line">
            <a:avLst/>
          </a:prstGeom>
          <a:noFill/>
          <a:ln w="12700">
            <a:solidFill>
              <a:srgbClr val="445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1064240" y="620877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46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0" y="6336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PLC automation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0" y="67757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Salina, KS pizza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1064240" y="7306056"/>
            <a:ext cx="5760720" cy="0"/>
          </a:xfrm>
          <a:prstGeom prst="line">
            <a:avLst/>
          </a:prstGeom>
          <a:noFill/>
          <a:ln w="12700">
            <a:solidFill>
              <a:srgbClr val="445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11064240" y="7525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4600" dirty="0"/>
          </a:p>
        </p:txBody>
      </p:sp>
      <p:sp>
        <p:nvSpPr>
          <p:cNvPr id="29" name="Text 27"/>
          <p:cNvSpPr txBox="1"/>
          <p:nvPr/>
        </p:nvSpPr>
        <p:spPr>
          <a:xfrm>
            <a:off x="12070080" y="76535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Culinary consulting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0" y="8092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Field, national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280160" y="9189720"/>
            <a:ext cx="15727680" cy="0"/>
          </a:xfrm>
          <a:prstGeom prst="line">
            <a:avLst/>
          </a:prstGeom>
          <a:noFill/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1280160" y="9372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E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risk tab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0" y="9372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E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headcounts. The ammonia roster exists by law: OSHA 1910.119.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MATTERS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1371600"/>
            <a:ext cx="1408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Most dashboards show numbers and stop.</a:t>
            </a:r>
            <a:endParaRPr lang="en-US" sz="4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4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This one puts them in an order of work.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80160" y="3931920"/>
            <a:ext cx="4754880" cy="137160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55448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How much it hurts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4572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if the knowledge is lost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3931920"/>
            <a:ext cx="4754880" cy="137160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How few hold it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572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person, or a handful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887200" y="3931920"/>
            <a:ext cx="4754880" cy="137160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16152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How big the gap is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0" y="4572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where it needs to be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57515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32E54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58430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R&amp;D, frozen dough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86130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holds it. Pair the expert with two mentees.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80160" y="6409944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280160" y="65288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3CCD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66202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Food labeling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663854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people. Run a cross-border labeling workshop.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0160" y="7187184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280160" y="7306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3CCD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73974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Ammonia refrigeration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74157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people, both near retirement. Sponsor certification now.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0160" y="7964424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280160" y="80832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3CCD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81747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Salina line setup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819302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people, nothing written down. Write it down, then mentor backups.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80160" y="9189720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280160" y="9372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tab, Do this first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9372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impact × scarcity × gap size, shown on screen.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2801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71600"/>
            <a:ext cx="1371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4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Five skills carry a 2027 target.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880360"/>
            <a:ext cx="1234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tied to something the company is already doing, not to technology in general.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bar is coverage today. Light bar is what 2027 needs.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4206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Legal and compliance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852160" y="4297680"/>
            <a:ext cx="5120640" cy="237744"/>
          </a:xfrm>
          <a:prstGeom prst="roundRect">
            <a:avLst>
              <a:gd name="adj" fmla="val 19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52160" y="4297680"/>
            <a:ext cx="2816352" cy="237744"/>
          </a:xfrm>
          <a:prstGeom prst="roundRect">
            <a:avLst>
              <a:gd name="adj" fmla="val 192308"/>
            </a:avLst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52160" y="4297680"/>
            <a:ext cx="1024128" cy="237744"/>
          </a:xfrm>
          <a:prstGeom prst="roundRect">
            <a:avLst>
              <a:gd name="adj" fmla="val 192308"/>
            </a:avLst>
          </a:prstGeom>
          <a:solidFill>
            <a:srgbClr val="232E54"/>
          </a:solidFill>
          <a:ln w="12700">
            <a:solidFill>
              <a:srgbClr val="232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1247120" y="42245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to 55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93040" y="421538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+35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0" y="42428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 CheilJedang integration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80160" y="4974336"/>
            <a:ext cx="1572768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280160" y="5166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PLC and automation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52160" y="5257800"/>
            <a:ext cx="5120640" cy="237744"/>
          </a:xfrm>
          <a:prstGeom prst="roundRect">
            <a:avLst>
              <a:gd name="adj" fmla="val 19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52160" y="5257800"/>
            <a:ext cx="3328416" cy="237744"/>
          </a:xfrm>
          <a:prstGeom prst="roundRect">
            <a:avLst>
              <a:gd name="adj" fmla="val 192308"/>
            </a:avLst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52160" y="5257800"/>
            <a:ext cx="1741018" cy="237744"/>
          </a:xfrm>
          <a:prstGeom prst="roundRect">
            <a:avLst>
              <a:gd name="adj" fmla="val 192308"/>
            </a:avLst>
          </a:prstGeom>
          <a:solidFill>
            <a:srgbClr val="232E54"/>
          </a:solidFill>
          <a:ln w="12700">
            <a:solidFill>
              <a:srgbClr val="232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1247120" y="5184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to 65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93040" y="51755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+31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0" y="52029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Sioux Falls plant opens 2027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80160" y="5934456"/>
            <a:ext cx="1572768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280160" y="6126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Data analytics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852160" y="6217920"/>
            <a:ext cx="5120640" cy="237744"/>
          </a:xfrm>
          <a:prstGeom prst="roundRect">
            <a:avLst>
              <a:gd name="adj" fmla="val 19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52160" y="6217920"/>
            <a:ext cx="3584448" cy="237744"/>
          </a:xfrm>
          <a:prstGeom prst="roundRect">
            <a:avLst>
              <a:gd name="adj" fmla="val 192308"/>
            </a:avLst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52160" y="6217920"/>
            <a:ext cx="2099462" cy="237744"/>
          </a:xfrm>
          <a:prstGeom prst="roundRect">
            <a:avLst>
              <a:gd name="adj" fmla="val 192308"/>
            </a:avLst>
          </a:prstGeom>
          <a:solidFill>
            <a:srgbClr val="232E54"/>
          </a:solidFill>
          <a:ln w="12700">
            <a:solidFill>
              <a:srgbClr val="232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1247120" y="6144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to 70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893040" y="61356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+29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3898880" y="61630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rollout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280160" y="6894576"/>
            <a:ext cx="1572768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280160" y="7086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Refrigeration and ammonia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5852160" y="7178040"/>
            <a:ext cx="5120640" cy="237744"/>
          </a:xfrm>
          <a:prstGeom prst="roundRect">
            <a:avLst>
              <a:gd name="adj" fmla="val 19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52160" y="7178040"/>
            <a:ext cx="2560320" cy="237744"/>
          </a:xfrm>
          <a:prstGeom prst="roundRect">
            <a:avLst>
              <a:gd name="adj" fmla="val 192308"/>
            </a:avLst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52160" y="7178040"/>
            <a:ext cx="1126541" cy="237744"/>
          </a:xfrm>
          <a:prstGeom prst="roundRect">
            <a:avLst>
              <a:gd name="adj" fmla="val 192308"/>
            </a:avLst>
          </a:prstGeom>
          <a:solidFill>
            <a:srgbClr val="232E54"/>
          </a:solidFill>
          <a:ln w="12700">
            <a:solidFill>
              <a:srgbClr val="232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1247120" y="7104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to 50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2893040" y="70957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+28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13898880" y="71231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capacity expansion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280160" y="7854696"/>
            <a:ext cx="1572768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1280160" y="8046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12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Menu and culinary consulting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5852160" y="8138160"/>
            <a:ext cx="5120640" cy="237744"/>
          </a:xfrm>
          <a:prstGeom prst="roundRect">
            <a:avLst>
              <a:gd name="adj" fmla="val 19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52160" y="8138160"/>
            <a:ext cx="2816352" cy="237744"/>
          </a:xfrm>
          <a:prstGeom prst="roundRect">
            <a:avLst>
              <a:gd name="adj" fmla="val 192308"/>
            </a:avLst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852160" y="8138160"/>
            <a:ext cx="1484986" cy="237744"/>
          </a:xfrm>
          <a:prstGeom prst="roundRect">
            <a:avLst>
              <a:gd name="adj" fmla="val 192308"/>
            </a:avLst>
          </a:prstGeom>
          <a:solidFill>
            <a:srgbClr val="232E54"/>
          </a:solidFill>
          <a:ln w="12700">
            <a:solidFill>
              <a:srgbClr val="232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1247120" y="80650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2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to 55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2893040" y="805586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+26</a:t>
            </a:r>
            <a:endParaRPr lang="en-US" sz="1900" dirty="0"/>
          </a:p>
        </p:txBody>
      </p:sp>
      <p:sp>
        <p:nvSpPr>
          <p:cNvPr id="45" name="Text 43"/>
          <p:cNvSpPr txBox="1"/>
          <p:nvPr/>
        </p:nvSpPr>
        <p:spPr>
          <a:xfrm>
            <a:off x="13898880" y="8083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and healthcare accounts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280160" y="9189720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1280160" y="9372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skills tab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9418320" y="9372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targets. Drivers sourced: company release, CJ CheilJedang.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1371600"/>
            <a:ext cx="1280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Four files. No framework,</a:t>
            </a:r>
            <a:endParaRPr lang="en-US" sz="4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4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no build step, no dependencies.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931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Runs with no internet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4805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loads from a CDN, so a bad venue network cannot break the demo.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595360" y="3840480"/>
            <a:ext cx="0" cy="16459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235440" y="3931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Every line is mine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235440" y="44805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to hide behind. Ask me about any part of it.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6035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Real state, not a mock-up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6583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Ticking a development plan is saved and survives a reload.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95360" y="5943600"/>
            <a:ext cx="0" cy="16459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235440" y="6035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Checked by a script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6583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verify.js renders every page and asserts 42 list and plan combinations.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80160" y="8503920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280160" y="8686800"/>
            <a:ext cx="1371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     style.css      script.js      data.js      verify.js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80160" y="9189720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280160" y="9372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9372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HTML, CSS and JavaScript. Nothing else.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32E54"/>
          </a:solidFill>
          <a:ln w="12700">
            <a:solidFill>
              <a:srgbClr val="232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0"/>
            <a:ext cx="8321040" cy="10286997"/>
          </a:xfrm>
          <a:prstGeom prst="rect">
            <a:avLst/>
          </a:prstGeom>
          <a:solidFill>
            <a:srgbClr val="324070"/>
          </a:solidFill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280160" y="2377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What is next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80160" y="3566160"/>
            <a:ext cx="4754880" cy="0"/>
          </a:xfrm>
          <a:prstGeom prst="line">
            <a:avLst/>
          </a:prstGeom>
          <a:noFill/>
          <a:ln w="25400">
            <a:solidFill>
              <a:srgbClr val="445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80160" y="4023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HR system so the numbers are live.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5029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people to plans automatically, not one written step per skill.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6035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badge tap at a plant that pulls up that person's skills and training.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7680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github.com/Aj-Networks/schwan_s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8229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numbers. Plants, offices, job groups and the regulations are real and sourced.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2743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FFFFF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SkillSight</a:t>
            </a:r>
            <a:endParaRPr lang="en-US" sz="5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0" y="42062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9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skills Schwan's people have, where those skills are missing, and where a critical one is known by too few.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0" y="6492240"/>
            <a:ext cx="5852160" cy="0"/>
          </a:xfrm>
          <a:prstGeom prst="line">
            <a:avLst/>
          </a:prstGeom>
          <a:noFill/>
          <a:ln w="12700">
            <a:solidFill>
              <a:srgbClr val="445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972800" y="6720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Angdembe  ·  solo entry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2801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EXPECT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25880"/>
            <a:ext cx="1280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2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Ask me any of these.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566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Are these real numbers?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42062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headcounts are demo data. The job groups, sites, drivers and regulations are sourced in FACTS.md.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95360" y="3429000"/>
            <a:ext cx="0" cy="155448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80160" y="5193792"/>
            <a:ext cx="68580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235440" y="3566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Workday already does this. Why build it?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235440" y="42062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systems hold the data. This one ranks it and attaches a first step. It is a lens, not a replacement.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235440" y="5193792"/>
            <a:ext cx="68580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280160" y="5394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Did you use AI to build it?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60350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and the rules allow it. The architecture calls are mine and I can explain any line in the four files.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95360" y="5257800"/>
            <a:ext cx="0" cy="155448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80160" y="7022592"/>
            <a:ext cx="68580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235440" y="5394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How is the order decided?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60350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how few people hold it, and how big the gap is, multiplied. The formula is on screen, not hidden.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35440" y="7022592"/>
            <a:ext cx="68580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280160" y="7223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What about privacy?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7863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training records only. No performance data. Employees see their own record, and the demo shows no real people.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95360" y="7086600"/>
            <a:ext cx="0" cy="155448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235440" y="7223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32E5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What is still missing?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7863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plans matched to people automatically, and a team view for the manager who would open it weekly.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0160" y="9189720"/>
            <a:ext cx="15727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280160" y="9372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Q&amp;A.html in the repository has the full sheet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9372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E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  </a:t>
            </a:r>
            <a:r>
              <a:rPr lang="en-US" sz="14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FACTS.md lists every claim, its source, and what was cut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1375</Words>
  <Application>Microsoft Office PowerPoint</Application>
  <PresentationFormat>Custom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Bahnschrift Light</vt:lpstr>
      <vt:lpstr>Bahnschrift SemiBold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SkillSight</dc:title>
  <dc:subject>PptxGenJS Presentation</dc:subject>
  <dc:creator>Ajay Angdembe</dc:creator>
  <cp:lastModifiedBy>Mr Aj</cp:lastModifiedBy>
  <cp:revision>1</cp:revision>
  <dcterms:created xsi:type="dcterms:W3CDTF">2026-09-13T06:12:33Z</dcterms:created>
  <dcterms:modified xsi:type="dcterms:W3CDTF">2026-09-13T06:21:50Z</dcterms:modified>
</cp:coreProperties>
</file>